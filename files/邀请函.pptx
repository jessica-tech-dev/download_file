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256" r:id="rId3"/>
    <p:sldId id="258" r:id="rId5"/>
    <p:sldId id="259" r:id="rId6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C67A"/>
    <a:srgbClr val="FBE19E"/>
    <a:srgbClr val="5C0101"/>
    <a:srgbClr val="AD000A"/>
    <a:srgbClr val="870101"/>
    <a:srgbClr val="DDC673"/>
    <a:srgbClr val="ECCF84"/>
    <a:srgbClr val="ECDA92"/>
    <a:srgbClr val="B2B2B2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8" y="96"/>
      </p:cViewPr>
      <p:guideLst>
        <p:guide orient="horz" pos="2153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0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1"/>
          <p:cNvPicPr>
            <a:picLocks noChangeAspect="1"/>
          </p:cNvPicPr>
          <p:nvPr/>
        </p:nvPicPr>
        <p:blipFill>
          <a:blip r:embed="rId1"/>
          <a:srcRect l="9993" r="16767"/>
          <a:stretch>
            <a:fillRect/>
          </a:stretch>
        </p:blipFill>
        <p:spPr>
          <a:xfrm rot="16200000" flipH="1">
            <a:off x="3307715" y="-1955800"/>
            <a:ext cx="5575300" cy="1076896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02310" y="617855"/>
            <a:ext cx="10769600" cy="5599430"/>
          </a:xfrm>
          <a:prstGeom prst="rect">
            <a:avLst/>
          </a:prstGeom>
          <a:noFill/>
          <a:ln w="28575">
            <a:solidFill>
              <a:srgbClr val="D9C67A">
                <a:alpha val="36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未标题-1"/>
          <p:cNvPicPr>
            <a:picLocks noChangeAspect="1"/>
          </p:cNvPicPr>
          <p:nvPr/>
        </p:nvPicPr>
        <p:blipFill>
          <a:blip r:embed="rId2"/>
          <a:srcRect b="80347"/>
          <a:stretch>
            <a:fillRect/>
          </a:stretch>
        </p:blipFill>
        <p:spPr>
          <a:xfrm>
            <a:off x="3260725" y="-1270"/>
            <a:ext cx="5855335" cy="1627505"/>
          </a:xfrm>
          <a:prstGeom prst="rect">
            <a:avLst/>
          </a:prstGeom>
        </p:spPr>
      </p:pic>
      <p:pic>
        <p:nvPicPr>
          <p:cNvPr id="8" name="图片 7" descr="未标题-1"/>
          <p:cNvPicPr>
            <a:picLocks noChangeAspect="1"/>
          </p:cNvPicPr>
          <p:nvPr/>
        </p:nvPicPr>
        <p:blipFill>
          <a:blip r:embed="rId2"/>
          <a:srcRect t="18371" r="66476" b="53504"/>
          <a:stretch>
            <a:fillRect/>
          </a:stretch>
        </p:blipFill>
        <p:spPr>
          <a:xfrm>
            <a:off x="17145" y="-224155"/>
            <a:ext cx="2952115" cy="3503295"/>
          </a:xfrm>
          <a:prstGeom prst="rect">
            <a:avLst/>
          </a:prstGeom>
        </p:spPr>
      </p:pic>
      <p:pic>
        <p:nvPicPr>
          <p:cNvPr id="9" name="图片 8" descr="未标题-1"/>
          <p:cNvPicPr>
            <a:picLocks noChangeAspect="1"/>
          </p:cNvPicPr>
          <p:nvPr/>
        </p:nvPicPr>
        <p:blipFill>
          <a:blip r:embed="rId2"/>
          <a:srcRect t="18371" r="66476" b="53504"/>
          <a:stretch>
            <a:fillRect/>
          </a:stretch>
        </p:blipFill>
        <p:spPr>
          <a:xfrm flipH="1">
            <a:off x="9234805" y="-224155"/>
            <a:ext cx="2952115" cy="3503295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2764790" y="2072005"/>
            <a:ext cx="6870700" cy="2504440"/>
            <a:chOff x="4354" y="3263"/>
            <a:chExt cx="10820" cy="4238"/>
          </a:xfrm>
        </p:grpSpPr>
        <p:pic>
          <p:nvPicPr>
            <p:cNvPr id="14" name="图片 13" descr="未标题-1"/>
            <p:cNvPicPr>
              <a:picLocks noChangeAspect="1"/>
            </p:cNvPicPr>
            <p:nvPr/>
          </p:nvPicPr>
          <p:blipFill>
            <a:blip r:embed="rId3"/>
            <a:srcRect l="23397" r="38757" b="33712"/>
            <a:stretch>
              <a:fillRect/>
            </a:stretch>
          </p:blipFill>
          <p:spPr>
            <a:xfrm rot="16200000">
              <a:off x="7645" y="132"/>
              <a:ext cx="4238" cy="1050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4354" y="3303"/>
              <a:ext cx="10820" cy="3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500">
                  <a:gradFill>
                    <a:gsLst>
                      <a:gs pos="0">
                        <a:srgbClr val="5C0101"/>
                      </a:gs>
                      <a:gs pos="36000">
                        <a:srgbClr val="CC3300"/>
                      </a:gs>
                      <a:gs pos="77000">
                        <a:srgbClr val="870101"/>
                      </a:gs>
                      <a:gs pos="100000">
                        <a:srgbClr val="AD000A"/>
                      </a:gs>
                    </a:gsLst>
                    <a:lin ang="13500000" scaled="0"/>
                  </a:gradFill>
                  <a:latin typeface="华文中宋" panose="02010600040101010101" charset="-122"/>
                  <a:ea typeface="华文中宋" panose="02010600040101010101" charset="-122"/>
                </a:rPr>
                <a:t>邀请函</a:t>
              </a:r>
              <a:endParaRPr lang="zh-CN" altLang="en-US" sz="14500">
                <a:gradFill>
                  <a:gsLst>
                    <a:gs pos="0">
                      <a:srgbClr val="5C0101"/>
                    </a:gs>
                    <a:gs pos="36000">
                      <a:srgbClr val="CC3300"/>
                    </a:gs>
                    <a:gs pos="77000">
                      <a:srgbClr val="870101"/>
                    </a:gs>
                    <a:gs pos="100000">
                      <a:srgbClr val="AD000A"/>
                    </a:gs>
                  </a:gsLst>
                  <a:lin ang="13500000" scaled="0"/>
                </a:gradFill>
                <a:latin typeface="华文中宋" panose="02010600040101010101" charset="-122"/>
                <a:ea typeface="华文中宋" panose="02010600040101010101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813" y="3492"/>
              <a:ext cx="9866" cy="3678"/>
            </a:xfrm>
            <a:prstGeom prst="rect">
              <a:avLst/>
            </a:prstGeom>
            <a:noFill/>
            <a:ln w="85725">
              <a:gradFill>
                <a:gsLst>
                  <a:gs pos="0">
                    <a:srgbClr val="5C0101"/>
                  </a:gs>
                  <a:gs pos="36000">
                    <a:srgbClr val="AD000A"/>
                  </a:gs>
                  <a:gs pos="66000">
                    <a:srgbClr val="5C0101"/>
                  </a:gs>
                  <a:gs pos="100000">
                    <a:srgbClr val="AD000A"/>
                  </a:gs>
                </a:gsLst>
                <a:lin ang="4680000" scaled="1"/>
              </a:gra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0" name="图片 19" descr="未标题-1"/>
          <p:cNvPicPr>
            <a:picLocks noChangeAspect="1"/>
          </p:cNvPicPr>
          <p:nvPr/>
        </p:nvPicPr>
        <p:blipFill>
          <a:blip r:embed="rId2"/>
          <a:srcRect l="47687" t="79167" r="15716"/>
          <a:stretch>
            <a:fillRect/>
          </a:stretch>
        </p:blipFill>
        <p:spPr>
          <a:xfrm>
            <a:off x="9635490" y="4763135"/>
            <a:ext cx="2602230" cy="20955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585" y="4839335"/>
            <a:ext cx="5353050" cy="571500"/>
          </a:xfrm>
          <a:prstGeom prst="rect">
            <a:avLst/>
          </a:prstGeom>
        </p:spPr>
      </p:pic>
      <p:pic>
        <p:nvPicPr>
          <p:cNvPr id="23" name="图片 22" descr="未标题-1"/>
          <p:cNvPicPr>
            <a:picLocks noChangeAspect="1"/>
          </p:cNvPicPr>
          <p:nvPr/>
        </p:nvPicPr>
        <p:blipFill>
          <a:blip r:embed="rId2"/>
          <a:srcRect l="22325" t="79167" r="48044"/>
          <a:stretch>
            <a:fillRect/>
          </a:stretch>
        </p:blipFill>
        <p:spPr>
          <a:xfrm rot="20460000">
            <a:off x="788670" y="4399280"/>
            <a:ext cx="1678940" cy="1670050"/>
          </a:xfrm>
          <a:prstGeom prst="rect">
            <a:avLst/>
          </a:prstGeom>
        </p:spPr>
      </p:pic>
      <p:pic>
        <p:nvPicPr>
          <p:cNvPr id="19" name="图片 18" descr="未标题-1"/>
          <p:cNvPicPr>
            <a:picLocks noChangeAspect="1"/>
          </p:cNvPicPr>
          <p:nvPr/>
        </p:nvPicPr>
        <p:blipFill>
          <a:blip r:embed="rId2"/>
          <a:srcRect l="22325" t="85466" r="63815"/>
          <a:stretch>
            <a:fillRect/>
          </a:stretch>
        </p:blipFill>
        <p:spPr>
          <a:xfrm>
            <a:off x="17145" y="5088890"/>
            <a:ext cx="1193165" cy="17697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0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1"/>
          <p:cNvPicPr>
            <a:picLocks noChangeAspect="1"/>
          </p:cNvPicPr>
          <p:nvPr/>
        </p:nvPicPr>
        <p:blipFill>
          <a:blip r:embed="rId1"/>
          <a:srcRect l="9993" r="16767"/>
          <a:stretch>
            <a:fillRect/>
          </a:stretch>
        </p:blipFill>
        <p:spPr>
          <a:xfrm rot="16200000" flipH="1">
            <a:off x="3307715" y="-1955800"/>
            <a:ext cx="5575300" cy="1076896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02310" y="617855"/>
            <a:ext cx="10769600" cy="5599430"/>
          </a:xfrm>
          <a:prstGeom prst="rect">
            <a:avLst/>
          </a:prstGeom>
          <a:noFill/>
          <a:ln w="28575">
            <a:solidFill>
              <a:srgbClr val="D9C67A">
                <a:alpha val="36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未标题-1"/>
          <p:cNvPicPr>
            <a:picLocks noChangeAspect="1"/>
          </p:cNvPicPr>
          <p:nvPr/>
        </p:nvPicPr>
        <p:blipFill>
          <a:blip r:embed="rId2"/>
          <a:srcRect b="80347"/>
          <a:stretch>
            <a:fillRect/>
          </a:stretch>
        </p:blipFill>
        <p:spPr>
          <a:xfrm>
            <a:off x="3260725" y="-1270"/>
            <a:ext cx="5855335" cy="1627505"/>
          </a:xfrm>
          <a:prstGeom prst="rect">
            <a:avLst/>
          </a:prstGeom>
        </p:spPr>
      </p:pic>
      <p:pic>
        <p:nvPicPr>
          <p:cNvPr id="8" name="图片 7" descr="未标题-1"/>
          <p:cNvPicPr>
            <a:picLocks noChangeAspect="1"/>
          </p:cNvPicPr>
          <p:nvPr/>
        </p:nvPicPr>
        <p:blipFill>
          <a:blip r:embed="rId2"/>
          <a:srcRect t="18371" r="66476" b="53504"/>
          <a:stretch>
            <a:fillRect/>
          </a:stretch>
        </p:blipFill>
        <p:spPr>
          <a:xfrm>
            <a:off x="17145" y="-224155"/>
            <a:ext cx="2952115" cy="3503295"/>
          </a:xfrm>
          <a:prstGeom prst="rect">
            <a:avLst/>
          </a:prstGeom>
        </p:spPr>
      </p:pic>
      <p:pic>
        <p:nvPicPr>
          <p:cNvPr id="9" name="图片 8" descr="未标题-1"/>
          <p:cNvPicPr>
            <a:picLocks noChangeAspect="1"/>
          </p:cNvPicPr>
          <p:nvPr/>
        </p:nvPicPr>
        <p:blipFill>
          <a:blip r:embed="rId2"/>
          <a:srcRect t="18371" r="66476" b="53504"/>
          <a:stretch>
            <a:fillRect/>
          </a:stretch>
        </p:blipFill>
        <p:spPr>
          <a:xfrm flipH="1">
            <a:off x="9234805" y="-224155"/>
            <a:ext cx="2952115" cy="3503295"/>
          </a:xfrm>
          <a:prstGeom prst="rect">
            <a:avLst/>
          </a:prstGeom>
        </p:spPr>
      </p:pic>
      <p:pic>
        <p:nvPicPr>
          <p:cNvPr id="19" name="图片 18" descr="未标题-1"/>
          <p:cNvPicPr>
            <a:picLocks noChangeAspect="1"/>
          </p:cNvPicPr>
          <p:nvPr/>
        </p:nvPicPr>
        <p:blipFill>
          <a:blip r:embed="rId2"/>
          <a:srcRect l="22325" t="79167" r="48044"/>
          <a:stretch>
            <a:fillRect/>
          </a:stretch>
        </p:blipFill>
        <p:spPr>
          <a:xfrm>
            <a:off x="17145" y="4763135"/>
            <a:ext cx="2106930" cy="2095500"/>
          </a:xfrm>
          <a:prstGeom prst="rect">
            <a:avLst/>
          </a:prstGeom>
        </p:spPr>
      </p:pic>
      <p:pic>
        <p:nvPicPr>
          <p:cNvPr id="20" name="图片 19" descr="未标题-1"/>
          <p:cNvPicPr>
            <a:picLocks noChangeAspect="1"/>
          </p:cNvPicPr>
          <p:nvPr/>
        </p:nvPicPr>
        <p:blipFill>
          <a:blip r:embed="rId2"/>
          <a:srcRect l="47687" t="79167" r="15716"/>
          <a:stretch>
            <a:fillRect/>
          </a:stretch>
        </p:blipFill>
        <p:spPr>
          <a:xfrm>
            <a:off x="9635490" y="4763135"/>
            <a:ext cx="2602230" cy="2095500"/>
          </a:xfrm>
          <a:prstGeom prst="rect">
            <a:avLst/>
          </a:prstGeom>
        </p:spPr>
      </p:pic>
      <p:pic>
        <p:nvPicPr>
          <p:cNvPr id="3" name="图片 2" descr="0023"/>
          <p:cNvPicPr>
            <a:picLocks noChangeAspect="1"/>
          </p:cNvPicPr>
          <p:nvPr/>
        </p:nvPicPr>
        <p:blipFill>
          <a:blip r:embed="rId3"/>
          <a:srcRect t="63842"/>
          <a:stretch>
            <a:fillRect/>
          </a:stretch>
        </p:blipFill>
        <p:spPr>
          <a:xfrm>
            <a:off x="2287905" y="2084070"/>
            <a:ext cx="7616825" cy="41325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87015" y="2345690"/>
            <a:ext cx="569595" cy="1473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70000"/>
              </a:lnSpc>
            </a:pPr>
            <a:r>
              <a:rPr lang="zh-CN" altLang="en-US" sz="3600">
                <a:solidFill>
                  <a:srgbClr val="D9C67A"/>
                </a:solidFill>
                <a:latin typeface="华文中宋" panose="02010600040101010101" charset="-122"/>
                <a:ea typeface="华文中宋" panose="02010600040101010101" charset="-122"/>
              </a:rPr>
              <a:t>新郎</a:t>
            </a:r>
            <a:endParaRPr lang="zh-CN" altLang="en-US" sz="3600">
              <a:solidFill>
                <a:srgbClr val="D9C67A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38375" y="2345690"/>
            <a:ext cx="569595" cy="1473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70000"/>
              </a:lnSpc>
            </a:pPr>
            <a:r>
              <a:rPr lang="zh-CN" altLang="en-US" sz="3600">
                <a:solidFill>
                  <a:srgbClr val="D9C67A"/>
                </a:solidFill>
                <a:latin typeface="华文中宋" panose="02010600040101010101" charset="-122"/>
                <a:ea typeface="华文中宋" panose="02010600040101010101" charset="-122"/>
              </a:rPr>
              <a:t>刘某某</a:t>
            </a:r>
            <a:endParaRPr lang="zh-CN" altLang="en-US" sz="3600">
              <a:solidFill>
                <a:srgbClr val="D9C67A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95105" y="2345690"/>
            <a:ext cx="569595" cy="1473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70000"/>
              </a:lnSpc>
            </a:pPr>
            <a:r>
              <a:rPr lang="zh-CN" altLang="en-US" sz="3600">
                <a:solidFill>
                  <a:srgbClr val="D9C67A"/>
                </a:solidFill>
                <a:latin typeface="华文中宋" panose="02010600040101010101" charset="-122"/>
                <a:ea typeface="华文中宋" panose="02010600040101010101" charset="-122"/>
              </a:rPr>
              <a:t>刘某某</a:t>
            </a:r>
            <a:endParaRPr lang="zh-CN" altLang="en-US" sz="3600">
              <a:solidFill>
                <a:srgbClr val="D9C67A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46465" y="2345690"/>
            <a:ext cx="569595" cy="1473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>
              <a:lnSpc>
                <a:spcPct val="70000"/>
              </a:lnSpc>
            </a:pPr>
            <a:r>
              <a:rPr lang="zh-CN" altLang="en-US" sz="3600">
                <a:solidFill>
                  <a:srgbClr val="D9C67A"/>
                </a:solidFill>
                <a:latin typeface="华文中宋" panose="02010600040101010101" charset="-122"/>
                <a:ea typeface="华文中宋" panose="02010600040101010101" charset="-122"/>
              </a:rPr>
              <a:t>新娘</a:t>
            </a:r>
            <a:endParaRPr lang="zh-CN" altLang="en-US" sz="3600">
              <a:solidFill>
                <a:srgbClr val="D9C67A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0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未标题-1"/>
          <p:cNvPicPr>
            <a:picLocks noChangeAspect="1"/>
          </p:cNvPicPr>
          <p:nvPr/>
        </p:nvPicPr>
        <p:blipFill>
          <a:blip r:embed="rId1"/>
          <a:srcRect l="9993" r="16767"/>
          <a:stretch>
            <a:fillRect/>
          </a:stretch>
        </p:blipFill>
        <p:spPr>
          <a:xfrm rot="16200000" flipH="1">
            <a:off x="3307715" y="-1955800"/>
            <a:ext cx="5575300" cy="1076896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702310" y="617855"/>
            <a:ext cx="10769600" cy="5599430"/>
          </a:xfrm>
          <a:prstGeom prst="rect">
            <a:avLst/>
          </a:prstGeom>
          <a:noFill/>
          <a:ln w="28575">
            <a:solidFill>
              <a:srgbClr val="D9C67A">
                <a:alpha val="3600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未标题-1"/>
          <p:cNvPicPr>
            <a:picLocks noChangeAspect="1"/>
          </p:cNvPicPr>
          <p:nvPr/>
        </p:nvPicPr>
        <p:blipFill>
          <a:blip r:embed="rId2"/>
          <a:srcRect b="80347"/>
          <a:stretch>
            <a:fillRect/>
          </a:stretch>
        </p:blipFill>
        <p:spPr>
          <a:xfrm>
            <a:off x="3260725" y="-1270"/>
            <a:ext cx="5855335" cy="1627505"/>
          </a:xfrm>
          <a:prstGeom prst="rect">
            <a:avLst/>
          </a:prstGeom>
        </p:spPr>
      </p:pic>
      <p:pic>
        <p:nvPicPr>
          <p:cNvPr id="8" name="图片 7" descr="未标题-1"/>
          <p:cNvPicPr>
            <a:picLocks noChangeAspect="1"/>
          </p:cNvPicPr>
          <p:nvPr/>
        </p:nvPicPr>
        <p:blipFill>
          <a:blip r:embed="rId2"/>
          <a:srcRect t="18371" r="66476" b="53504"/>
          <a:stretch>
            <a:fillRect/>
          </a:stretch>
        </p:blipFill>
        <p:spPr>
          <a:xfrm>
            <a:off x="17145" y="-224155"/>
            <a:ext cx="2952115" cy="3503295"/>
          </a:xfrm>
          <a:prstGeom prst="rect">
            <a:avLst/>
          </a:prstGeom>
        </p:spPr>
      </p:pic>
      <p:pic>
        <p:nvPicPr>
          <p:cNvPr id="9" name="图片 8" descr="未标题-1"/>
          <p:cNvPicPr>
            <a:picLocks noChangeAspect="1"/>
          </p:cNvPicPr>
          <p:nvPr/>
        </p:nvPicPr>
        <p:blipFill>
          <a:blip r:embed="rId2"/>
          <a:srcRect t="18371" r="66476" b="53504"/>
          <a:stretch>
            <a:fillRect/>
          </a:stretch>
        </p:blipFill>
        <p:spPr>
          <a:xfrm flipH="1">
            <a:off x="9234805" y="-224155"/>
            <a:ext cx="2952115" cy="3503295"/>
          </a:xfrm>
          <a:prstGeom prst="rect">
            <a:avLst/>
          </a:prstGeom>
        </p:spPr>
      </p:pic>
      <p:pic>
        <p:nvPicPr>
          <p:cNvPr id="19" name="图片 18" descr="未标题-1"/>
          <p:cNvPicPr>
            <a:picLocks noChangeAspect="1"/>
          </p:cNvPicPr>
          <p:nvPr/>
        </p:nvPicPr>
        <p:blipFill>
          <a:blip r:embed="rId2"/>
          <a:srcRect l="22325" t="79167" r="48044"/>
          <a:stretch>
            <a:fillRect/>
          </a:stretch>
        </p:blipFill>
        <p:spPr>
          <a:xfrm>
            <a:off x="17145" y="4763135"/>
            <a:ext cx="2106930" cy="2095500"/>
          </a:xfrm>
          <a:prstGeom prst="rect">
            <a:avLst/>
          </a:prstGeom>
        </p:spPr>
      </p:pic>
      <p:pic>
        <p:nvPicPr>
          <p:cNvPr id="20" name="图片 19" descr="未标题-1"/>
          <p:cNvPicPr>
            <a:picLocks noChangeAspect="1"/>
          </p:cNvPicPr>
          <p:nvPr/>
        </p:nvPicPr>
        <p:blipFill>
          <a:blip r:embed="rId2"/>
          <a:srcRect l="47687" t="79167" r="15716"/>
          <a:stretch>
            <a:fillRect/>
          </a:stretch>
        </p:blipFill>
        <p:spPr>
          <a:xfrm>
            <a:off x="9635490" y="4763135"/>
            <a:ext cx="2602230" cy="2095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477135" y="2136775"/>
            <a:ext cx="7263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诚邀：</a:t>
            </a:r>
            <a:r>
              <a:rPr lang="zh-CN" altLang="en-US" sz="2000" u="sng">
                <a:solidFill>
                  <a:schemeClr val="accent3">
                    <a:lumMod val="40000"/>
                    <a:lumOff val="60000"/>
                  </a:schemeClr>
                </a:solidFill>
              </a:rPr>
              <a:t>                                  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先生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/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女士：</a:t>
            </a:r>
            <a:endParaRPr lang="zh-CN" altLang="en-US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77135" y="2922905"/>
            <a:ext cx="7263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谨定于                                                            （星期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</a:t>
            </a:r>
            <a:r>
              <a:rPr 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） </a:t>
            </a:r>
            <a:endParaRPr lang="zh-CN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16655" y="2672080"/>
            <a:ext cx="4705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公历      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年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月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日</a:t>
            </a:r>
            <a:endParaRPr lang="zh-CN" altLang="en-US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16655" y="3126740"/>
            <a:ext cx="4705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农历      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年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月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日</a:t>
            </a:r>
            <a:endParaRPr lang="zh-CN" altLang="en-US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77135" y="3748405"/>
            <a:ext cx="7263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时间        上午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点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 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分 </a:t>
            </a:r>
            <a:endParaRPr lang="zh-CN" altLang="en-US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77135" y="4274185"/>
            <a:ext cx="7263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席设        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酒店</a:t>
            </a:r>
            <a:r>
              <a:rPr lang="en-US" altLang="zh-CN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***</a:t>
            </a:r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宴会厅 </a:t>
            </a:r>
            <a:endParaRPr lang="zh-CN" altLang="en-US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27425" y="4994910"/>
            <a:ext cx="5320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2000">
                <a:solidFill>
                  <a:schemeClr val="accent3">
                    <a:lumMod val="40000"/>
                    <a:lumOff val="60000"/>
                  </a:schemeClr>
                </a:solidFill>
              </a:rPr>
              <a:t>敬邀</a:t>
            </a:r>
            <a:endParaRPr lang="zh-CN" altLang="en-US" sz="200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SLIDE_ID" val="custom20187308_1"/>
  <p:tag name="KSO_WM_SLIDE_TYPE" val="title"/>
  <p:tag name="KSO_WM_SLIDE_SUBTYPE" val="pureTxt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TEMPLATE_THUMBS_INDEX" val="1、2、3、6、8、10、11、12、15"/>
  <p:tag name="KSO_WM_SLIDE_MODEL_TYPE" val="cover"/>
</p:tagLst>
</file>

<file path=ppt/tags/tag5.xml><?xml version="1.0" encoding="utf-8"?>
<p:tagLst xmlns:p="http://schemas.openxmlformats.org/presentationml/2006/main">
  <p:tag name="KSO_WM_SLIDE_ID" val="custom20187308_1"/>
  <p:tag name="KSO_WM_SLIDE_TYPE" val="title"/>
  <p:tag name="KSO_WM_SLIDE_SUBTYPE" val="pureTxt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TEMPLATE_THUMBS_INDEX" val="1、2、3、6、8、10、11、12、15"/>
</p:tagLst>
</file>

<file path=ppt/tags/tag6.xml><?xml version="1.0" encoding="utf-8"?>
<p:tagLst xmlns:p="http://schemas.openxmlformats.org/presentationml/2006/main">
  <p:tag name="KSO_WM_SLIDE_ID" val="custom20187308_1"/>
  <p:tag name="KSO_WM_SLIDE_TYPE" val="title"/>
  <p:tag name="KSO_WM_SLIDE_SUBTYPE" val="pureTxt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TEMPLATE_THUMBS_INDEX" val="1、2、3、6、8、10、11、12、15"/>
</p:tagLst>
</file>

<file path=ppt/tags/tag7.xml><?xml version="1.0" encoding="utf-8"?>
<p:tagLst xmlns:p="http://schemas.openxmlformats.org/presentationml/2006/main">
  <p:tag name="KSO_WPP_MARK_KEY" val="60df156b-eb30-4f7a-9690-2e828581c10b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PresentationFormat>宽屏</PresentationFormat>
  <Paragraphs>24</Paragraphs>
  <Slides>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华文中宋</vt:lpstr>
      <vt:lpstr>微软雅黑</vt:lpstr>
      <vt:lpstr>等线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素材来源网站当图网-www.99ppt.com</dc:title>
  <dc:subject>素材来源网站当图网-www.99ppt.com</dc:subject>
  <dc:creator>素材来源网站当图网-www.99ppt.com</dc:creator>
  <dc:description>素材来源网站当图网-www.99ppt.com</dc:description>
  <dcterms:created xsi:type="dcterms:W3CDTF">2017-08-03T09:01:00Z</dcterms:created>
  <dcterms:modified xsi:type="dcterms:W3CDTF">2022-12-12T08:10:13Z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49ED6CAD877B4C778271BE33BFD94BD8</vt:lpwstr>
  </property>
  <property fmtid="{A09F084E-AD41-489F-8076-AA5BE3082BCA}" pid="100">
    <vt:ui4>5</vt:ui4>
  </property>
  <property fmtid="{64440492-4C8B-11D1-8B70-080036B11A03}" pid="11">
    <vt:lpwstr>素材来源网站当图网-www.99ppt.com</vt:lpwstr>
  </property>
</Properties>
</file>